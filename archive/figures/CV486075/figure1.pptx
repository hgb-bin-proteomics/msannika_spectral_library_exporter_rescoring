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3B15-FB3C-A2FA-5564-C5782157B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E47F2-688D-4803-35F7-4D97A97C1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635EC-500C-C586-1931-D327D84C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E9057-5DC4-C5B6-32DC-6B59F714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63D7-63AB-395E-72B5-B7E42208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5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4767-AFB6-1774-D5BB-AC7B3857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540B7-4BC6-941E-9895-481003D77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A0E87-9B8B-946A-01CC-64BA1A21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3BEC3-A85E-A3B4-C591-392D360D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3077-3D54-8A9E-97F1-FB953F89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7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4F9E-0A84-7E60-F010-0E55D0C7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28BC9-6DC4-C8E5-C850-453E61552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5A1F-1AFB-8F92-0DC0-BAEC44EE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7874F-8E86-6897-D527-BAADF975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70B6-98A1-BFED-895B-EF23D5B1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1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3C3DC-7DAC-E549-0F55-1BD2A601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FFDF-C755-0609-020C-E6C4A2337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4ECC-B8F2-8401-A839-CFC510E54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E9C04-87BD-16BF-2DA2-08842AD7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9C9D1-F260-FB14-8E0E-7C63AC35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F6278-1F4E-5021-063A-20A57589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6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AB3C-D737-34A4-1DFF-F93C05EE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E6D55-7661-37E4-68B3-552644212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BE219-FFA8-9C72-E228-61D81F442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5A1100-60D7-CB18-A789-B7C1A71DB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A1B67-2336-8107-EEF3-2165DF857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B01A8-3739-FA5B-F780-A1A1806B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D0980-CCFD-85B2-66A6-23833084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9696F-51AE-85E4-42A9-748D1737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2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BCDF-B335-FCCF-4306-374FB0A2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A0CCD-654A-F532-3815-98D8D103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DA182-F66E-2619-1C20-EF53E0292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73419-8F13-A62C-839A-E891AF46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5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15F0A-1144-396C-B1AE-ACE701A0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552FF-7B38-1634-B897-834EE0CAC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108BA-0443-A946-4816-DED2129C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4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B408-8FAA-50E7-E230-E0F6D3F5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C0643-CD93-707B-D551-3A5044E3F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C93AC-BE40-05D7-5A46-DE9023C7B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7EFA-8AEB-014A-0EC4-E9F80C5A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89B5C-8222-702A-0065-6C4A0C28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EA798-1D27-318A-6F58-17096BB6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9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204B-3F05-DF76-D25C-8D9CDF0A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CDE8F-7F6E-1B4B-A252-7C2771884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F205E-C9BB-3B49-376E-94D8221CE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CA7C5-73E0-37A5-7A89-DACA1BA04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EF741-733C-2CC2-C0F8-15CC8FB3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41BA-10FE-B10E-2A72-3030386A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1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F2D1-C4D5-DAE3-DA25-3B937874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E1090-3AE3-7F93-01B8-75B2FA8A3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8887-055A-2380-9191-CCAC87048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712AC-1635-0CD0-0E72-7BC36A2A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CE370-6929-DB8C-9677-15213136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1B530-0A2D-D468-704B-D617DB168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30854-9DAF-897A-096E-1DBCBDC60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E7118-E86C-22F8-6158-BFDDDA89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0533-AE0A-04D3-6CB5-0F9BE9CF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1A3E0-2B58-43DF-7FC9-58A6609A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70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2901B-B3CB-B283-02A0-7FCF5464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BFFC-8F81-FB06-DC24-5AB7DC19F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C41F1-6A6F-5115-876C-983C658CF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2D62C-30B0-4ADE-879C-8CE0E2C8407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436F7-98E5-5EEA-E86E-CE32BA9C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CF865-02BD-1C4F-80E8-35578D3FD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AEFB3-CED4-40D8-8289-7A76A234D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4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5FFB18C-8F79-A0A7-5885-DDAABB93B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6905156" cy="399346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2C50813-5667-7354-58DF-3EA9ED684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1089" y="126463"/>
            <a:ext cx="5370912" cy="389106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7E383FE-494C-4BB5-5450-0375BEC854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993465"/>
            <a:ext cx="3961590" cy="286453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2A4502D-358D-6335-5826-A0AB351E8B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78727" y="3993465"/>
            <a:ext cx="4034545" cy="287853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0EF9E3E-821B-FFB3-17F8-56981F91AB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8029" y="3993465"/>
            <a:ext cx="3953971" cy="286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93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1</cp:revision>
  <dcterms:created xsi:type="dcterms:W3CDTF">2026-03-25T12:31:45Z</dcterms:created>
  <dcterms:modified xsi:type="dcterms:W3CDTF">2026-03-25T12:40:43Z</dcterms:modified>
</cp:coreProperties>
</file>